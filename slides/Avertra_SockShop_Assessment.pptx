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4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in one line: a 13-microservice demo app deployed entirely as code on ECS Fargate, time-boxed. Everything in this deck is in the repo and the docs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strip: point at rebuild time — that number is the repeatability proof. Zero stored credentials sets up the OIDC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top-down: internet, ALB, front-end, backends, data tier. One sentence on the route-table fork: image layers ride the free S3 endpoint, everything else pays the 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strongest sentences of the defense live here. If probed: subnets = routing layer, SGs = identity-based permission at the ENI; OIDC = AssumeRoleWithWebIdentity, project-ID-pinned trust, day-one key exposure is the lived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dark chip: Continuous Delivery, not Deployment — the pipeline makes the release possible, a human makes it happen. Drift-check runs on schedule; destroy needs a typed confirmation on top of the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grader's slide. If asked for proof of any row, docs/03-requirements-mapping.md maps each to files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invitation line — it steers the Q&amp;A toward the trade-off table, which is home turf. Roadmap chips are the 'big three'; the rest is docs/05.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" y="5029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2688" y="5029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 Shop on AWS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&amp; Automated Deployment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Ibhais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DevOps Engineer Assessment — Avertra  ·  July 8</a:t>
            </a: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pre-built microservices, deployed as-is on ECS Fargate — every resource in Terraform, every deployment through a gated GitLab pipeline, every claim below measured rather than estimated.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deployed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72200" y="2423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~⟨15⟩ min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nothing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3291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8328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cloud credentials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3291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7220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built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4119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ALB is the only public entry. Every task and the database live in private subnets with no inbound internet path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CDE509-EDA8-78BA-3980-87ABDCA8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82518"/>
            <a:ext cx="7132320" cy="3578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identity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40680" y="1097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chain, two layers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decide reachability; security groups decide permission. each tier admits only the tier above it, enforced at every task’s own network interface.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0" y="28346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2834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stored credentials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37760" y="33101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job federates a GitLab-signed identity into a one-hour AWS role — trust pinned to the immutable project ID. Nothing to store, nothing to leak, nothing to rotate.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8BC5E0-8326-3C24-061C-2090DF366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9" y="1063517"/>
            <a:ext cx="4422531" cy="354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0784" y="1024128"/>
            <a:ext cx="16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5166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5166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5244" y="1024128"/>
            <a:ext cx="16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▸ manual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9704" y="1024128"/>
            <a:ext cx="16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4058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+ scan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84164" y="1024128"/>
            <a:ext cx="16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78624" y="1024128"/>
            <a:ext cx="16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29500" y="1024128"/>
            <a:ext cx="1261872" cy="54864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29500" y="10241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job is read-only — every mutation waits behind a manual gate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executes the exact reviewed plan artifact — never a fresh plan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at three layers: blueprint (tfsec, blocking) · border (Trivy) · warehouse (ECR)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buttons: seed · load-demo / load-stop · drift-check · double-locked destroy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E1E213-2B7D-FABD-BFB1-6682C9A1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014" y="1764838"/>
            <a:ext cx="3477358" cy="2779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→ evidence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061777"/>
              </p:ext>
            </p:extLst>
          </p:nvPr>
        </p:nvGraphicFramePr>
        <p:xfrm>
          <a:off x="457200" y="960120"/>
          <a:ext cx="8229600" cy="332841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Terraform roots, ~60 resources, zero console-created — drift-checked on a schedule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AZs end-to-end · ALB · minimum 2 front-end tasks · RDS Multi-AZ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tracking on CPU + requests-per-target — measured 2→5 in one decision, p99 flat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Self-healing desired count · connection draining · circuit-breaker auto-rollback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mirrors, scans, plans, applies and seeds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Golden-signals dashboard (p50 + p99 on one chart) · 5 alarms with recovery · per-service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features: 3 of 4 built — auto-scaling on application metrics, three-layer security scanning, drift detection. The fourth’s objective (safe rollback) is covered by the deployment circuit breaker; full blue-green is specified in the roadmap.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lessons &amp; what’s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0607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fresh task is not a fresh deployment”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green services, one unresolvable name. Service Connect snapshots endpoints per deployment — fixed by adding deploy order and forced redeploys.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2037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8’s handshake vs a 2017 driver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server-level fix is immutable on RDS — so the seeding task’s modern client re-keys the account before catalogue sends any requests.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2606040" cy="640080"/>
          </a:xfrm>
          <a:prstGeom prst="roundRect">
            <a:avLst>
              <a:gd name="adj" fmla="val 1285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WAF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606040" cy="640080"/>
          </a:xfrm>
          <a:prstGeom prst="roundRect">
            <a:avLst>
              <a:gd name="adj" fmla="val 1285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per AZ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2606040" cy="640080"/>
          </a:xfrm>
          <a:prstGeom prst="roundRect">
            <a:avLst>
              <a:gd name="adj" fmla="val 1285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tier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I’d change is a row in 04-tradeoffs.md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739</Words>
  <Application>Microsoft Office PowerPoint</Application>
  <PresentationFormat>On-screen Show (16:9)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 Shop on AWS — Infrastructure as Code &amp; Automated Deployment</dc:title>
  <dc:subject>PptxGenJS Presentation</dc:subject>
  <dc:creator>Ahmad Ibhais</dc:creator>
  <cp:lastModifiedBy>Office</cp:lastModifiedBy>
  <cp:revision>13</cp:revision>
  <dcterms:created xsi:type="dcterms:W3CDTF">2026-07-08T14:09:07Z</dcterms:created>
  <dcterms:modified xsi:type="dcterms:W3CDTF">2026-07-08T14:46:50Z</dcterms:modified>
</cp:coreProperties>
</file>